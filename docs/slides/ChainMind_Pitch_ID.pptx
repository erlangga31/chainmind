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Pembuka: ChainMind mengubah sinyal gangguan pasokan menjadi rekomendasi yang dapat ditinjau manusia. Demo berjalan dengan fixture dan sandbox lokal.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risiko dua hari stockout sebagai hasil fixture demo, bukan prediksi produksi.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pembagian system-of-record (SAP) dan system-of-action (ChainMind).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Bacakan alur kiri ke kanan pada diagram; semua adapter yang berjalan di demo bersifat mock/sandbox.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Rumus finansial bersifat deterministik; model bahasa tidak menghitung angka.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Jalankan scenario cuaca, tunjukkan Flow, vendor dan draf PO; jangan mengklaim transaksi SAP nyata.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Tekankan bahwa approve hanya dilakukan di simulator lokal pada demo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Harga pada UI adalah estimasi ilustratif, bukan penawaran atau invoice.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Jangan menyampaikan nilai KPI sebagai hasil produksi atau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Produksi hanya setelah tinjauan security, biaya, governance dan sign-off pelanggan.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Gunakan klaim persis seperti tertulis; LocalStack dan CDK synth bukan verifikasi akun AWS produksi.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ChainMind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Autonomous Disruption Resolver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Membantu tim manufaktur merespons gangguan pasokan dengan cepat dan terukur.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Masalah: buffer habis sebelum respons tiba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Kapal Microchip X terlambat 5 hari.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Stok hanya mencukupi 3 hari produksi.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Pencarian vendor, analisis stok, dan keputusan sering tersebar lintas sistem.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Mengapa AWS dan SAP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SAP S/4HANA dan Ariba berperan sebagai sumber data operasional.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AWS menyediakan event, compute, orkestrasi, penyimpanan audit, identitas, dan opsi agentic AI.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Integrasi produksi melalui BTP dan Integration Suite adalah target, bukan koneksi yang aktif di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Arsitektur dan alur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76072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Event → Monitoring → Logistics → Procurement → Orchestrator.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Step Functions menunggu keputusan manusia sebelum eksekusi.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Python menghitung coverage, biaya dan ranking; LLM hanya merangkum alasan.</a:t>
            </a:r>
          </a:p>
        </p:txBody>
      </p:sp>
      <p:pic>
        <p:nvPicPr>
          <p:cNvPr id="5" name="Picture 4" descr="flow-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737485"/>
            <a:ext cx="4572000" cy="2571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Empat agen, tanggung jawab jelas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Monitoring: klasifikasi severity dan persist event.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Logistics: coverage, stockout, dampak BOM dan estimasi loss.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Procurement: bandingkan minimal dua vendor.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Orchestrator: evaluasi ekonomi, rekomendasi dan draf 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Demo langsung: dari cuaca ke draf 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76072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Microchip X: terlambat 5 hari; buffer 3 hari.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Vendor B dipilih: lead time 2 hari.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5.000 pcs × $27 = $135.000; terms Air Freight.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Status tetap PENDING_APPROVAL.</a:t>
            </a:r>
          </a:p>
        </p:txBody>
      </p:sp>
      <p:pic>
        <p:nvPicPr>
          <p:cNvPr id="5" name="Picture 4" descr="dashboard-id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737485"/>
            <a:ext cx="4572000" cy="2571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Human-in-the-loop dan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76072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Approver meninjau rekomendasi dan mengonfirmasi keputusan.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Tidak ada PO yang dieksekusi sebelum persetujuan eksplisit.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Audit trail mencatat delapan langkah; perubahan status dan tracking tetap dapat ditelusuri.</a:t>
            </a:r>
          </a:p>
        </p:txBody>
      </p:sp>
      <p:pic>
        <p:nvPicPr>
          <p:cNvPr id="5" name="Picture 4" descr="notification-feed-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361145"/>
            <a:ext cx="4572000" cy="1324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Model bisnis — hipotesis ilustratif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Starter / Professional / Enterprise berdasarkan volume disrupsi dan jumlah agen.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Biaya onboarding satu kali dapat mencakup integrasi SAP.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Harga, willingness-to-pay, dan listing Marketplace belum divalidasi.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KPI — target ilustratif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Waktu respons: target menit, dibanding baseline manual yang diasumsikan.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Line-stoppage risk, beban procurement, dan konsistensi keputusan perlu divalidasi pilot.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Hasil dashboard adalah fixture/simulasi, bukan dampak pelanggan terukur.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Roadmap dan risiko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Demo lokal → pilot sandbox berizin → integrasi tenant → deployment produksi.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Risiko utama: freshness data, kualitas vendor, akses SAP/AWS, keamanan dan perubahan API.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Mitigasi: validasi kontrak, guardrails, audit, approval wajib dan rollback.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38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2337"/>
                </a:solidFill>
                <a:latin typeface="Aptos Display"/>
              </a:defRPr>
            </a:pPr>
            <a:r>
              <a:t>Verifikasi dan batas klaim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SAP sandbox simulating S/4HANA OData and Ariba; AWS verified with LocalStack and cdk synth.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Backend 163 passed / 9 skipped; Vitest 18 passed; Playwright 11 passed.</a:t>
            </a:r>
          </a:p>
          <a:p>
            <a:pPr>
              <a:spcAft>
                <a:spcPts val="1800"/>
              </a:spcAft>
              <a:defRPr sz="2300">
                <a:solidFill>
                  <a:srgbClr val="0F2337"/>
                </a:solidFill>
                <a:latin typeface="Aptos"/>
              </a:defRPr>
            </a:pPr>
            <a:r>
              <a:t>• Tidak ada deployment AWS atau koneksi tenant SAP nyata.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3857C"/>
                </a:solidFill>
              </a:defRPr>
            </a:pPr>
            <a:r>
              <a:t>CHAINMIND  ·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