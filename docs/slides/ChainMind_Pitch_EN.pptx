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ChainMind turns disruption signals into recommendations that a human can review. This demo uses local fixtures and sandboxes.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two stockout days as a demo-fixture result, not a production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SAP as system of record and ChainMind as a system of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diagram; all adapters exercised in this demo are mock or sandbox implementations.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financial calculations are deterministic; the language model does not compute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Trigger the weather scenario and show Flow, vendor comparison, and draft PO. Do not claim a real SAP transaction.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Clarify that approval and execution in this demo occur only in a local simulator.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UI prices are illustrative estimates, not a quote or invoice.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present KPI values as production results or forecasts.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Production requires security, cost, governance, and customer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exact claim shown. LocalStack and CDK synthesis do not mean production AWS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ChainMind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76072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Autonomous Disruption Resolver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Human-approved supply-chain response for manufacturing.</a:t>
            </a:r>
          </a:p>
        </p:txBody>
      </p:sp>
      <p:pic>
        <p:nvPicPr>
          <p:cNvPr id="5" name="Picture 4" descr="welcome-e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737485"/>
            <a:ext cx="4572000" cy="2571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Problem: the buffer runs out before the response arrives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76072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Microchip X cargo is delayed five days.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Available stock covers only three days of production.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Supplier search, inventory analysis, and decisions are fragmented across systems.</a:t>
            </a:r>
          </a:p>
        </p:txBody>
      </p:sp>
      <p:pic>
        <p:nvPicPr>
          <p:cNvPr id="5" name="Picture 4" descr="login-e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737485"/>
            <a:ext cx="4572000" cy="2571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Why AWS and SAP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76072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SAP S/4HANA and Ariba are the operational data systems of record.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AWS maps event ingestion, compute, orchestration, audit, identity, and agentic AI options.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Production integration through BTP and Integration Suite is a target, not active connectivity in this demo.</a:t>
            </a:r>
          </a:p>
        </p:txBody>
      </p:sp>
      <p:pic>
        <p:nvPicPr>
          <p:cNvPr id="5" name="Picture 4" descr="idp-e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737485"/>
            <a:ext cx="4572000" cy="2571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Architecture and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76072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Event → Monitoring → Logistics → Procurement → Orchestrator.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Step Functions waits for a human decision before execution.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Python computes coverage, cost, and ranking; the LLM only summarizes rationale.</a:t>
            </a:r>
          </a:p>
        </p:txBody>
      </p:sp>
      <p:pic>
        <p:nvPicPr>
          <p:cNvPr id="5" name="Picture 4" descr="flow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737485"/>
            <a:ext cx="4572000" cy="2571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Four agents, clear responsibilities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Monitoring: classify severity and persist events.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Logistics: calculate coverage, stockout, BOM impact, and estimated loss.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Procurement: compare at least two alternative vendors.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Orchestrator: evaluate economics, recommend, and draft a 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Live demo: from weather alert to draft 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76072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Microchip X: five-day delay; three-day buffer.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Vendor B is selected: two-day lead time.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5,000 pcs × $27 = $135,000; Air Freight.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Status remains PENDING_APPROVAL.</a:t>
            </a:r>
          </a:p>
        </p:txBody>
      </p:sp>
      <p:pic>
        <p:nvPicPr>
          <p:cNvPr id="5" name="Picture 4" descr="dashboard-e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737485"/>
            <a:ext cx="4572000" cy="2571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Human-in-the-loop and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76072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An approver reviews the recommendation and explicitly confirms a decision.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No PO executes before approval.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An eight-step audit trail and tracking outputs preserve traceability.</a:t>
            </a:r>
          </a:p>
        </p:txBody>
      </p:sp>
      <p:pic>
        <p:nvPicPr>
          <p:cNvPr id="5" name="Picture 4" descr="notification-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705859"/>
            <a:ext cx="4572000" cy="635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Business model — illustrative hypothesis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Starter / Professional / Enterprise tiers by disruption volume and active agents.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One-time onboarding may cover SAP integration.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Pricing, willingness to pay, and Marketplace listings are not validated.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KPIs — illustrative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Response time: a minutes-level target versus an assumed manual baseline.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Line-stoppage risk, procurement workload, and decision consistency require pilot validation.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Dashboard results are fixtures/simulation, not measured customer 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Roadmap and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Local demo → authorized sandbox pilot → tenant integration → production deployment.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Key risks: data freshness, supplier quality, AWS/SAP access, security, and API changes.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Mitigations: contract validation, guardrails, audit, required approval, and rollback.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Verification and honest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SAP sandbox simulating S/4HANA OData and Ariba; AWS verified with LocalStack and cdk synth.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Current validation results and boundaries are recorded in docs/COVERAGE.md.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No AWS deployment or live SAP tenant connection was performed.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